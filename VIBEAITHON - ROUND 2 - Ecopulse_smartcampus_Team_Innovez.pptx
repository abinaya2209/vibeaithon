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029650D-9542-4874-8FA4-768D203D22C9}">
          <p14:sldIdLst>
            <p14:sldId id="258"/>
            <p14:sldId id="257"/>
            <p14:sldId id="259"/>
            <p14:sldId id="260"/>
            <p14:sldId id="261"/>
            <p14:sldId id="262"/>
          </p14:sldIdLst>
        </p14:section>
        <p14:section name="Untitled Section" id="{8C5D2792-5E27-46B6-A865-513ED623727B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3"/>
  </p:normalViewPr>
  <p:slideViewPr>
    <p:cSldViewPr snapToGrid="0">
      <p:cViewPr varScale="1">
        <p:scale>
          <a:sx n="67" d="100"/>
          <a:sy n="67" d="100"/>
        </p:scale>
        <p:origin x="-78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8B43D7-FEDD-E53A-FD29-67EE13F56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032B948-2889-6C09-0E82-70245A488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41E3BE-4818-FC82-5D01-5F6AF0078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0C7D9E-A0EB-F50C-0629-556BE4A4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645D1B9-63D5-18CC-1158-EEC3C34F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6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08A695-8836-590C-D95A-9E9C03B1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095FE4-4FBB-E46E-009F-365467148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3A0D2E-DE39-5F16-BC18-81B48BBC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FD4552-6ED9-0F60-6FC3-83FD1D04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23DD8B-4F5D-0341-47E8-62AE0D33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1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053F6E-F2E4-68BA-F28F-3EFFC785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E7EB88D-9468-6275-EAB6-4C8E50085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1CF643E-0AF3-0A61-4AE8-DC2E325F7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26D6B74-14BC-40E2-8727-E400F019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5DA21E-A9DC-B495-F9CC-DC31FF93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19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6F59B6-81D5-5443-A638-B95360D39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2A1932-76EA-BB01-E61B-C9EC03B057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09FD7CB-83FC-EDD0-003B-883B91CDA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0B2BAF4-4DB1-7511-68DF-906AB34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B429F4-58CF-9E41-76D6-86F28F948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C67D0D7-6F05-001D-86F5-74F89E63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7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77E8C0-2640-1E24-69D6-63E6738CF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9B9B9BA-E0FC-50C3-FDEF-228453690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F712B78-DB1B-8BED-FF42-13575A34A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09814F0-5637-4E67-FA1E-088C3D12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23EB6AD-D5FE-AA49-0AE6-923824F365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7554657-C795-00FE-2D12-985D4DD1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7A4BF95A-D0F9-87CD-187E-2956E4CD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40F5297-D1AC-CAFC-47A9-DC8981DA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6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86FDB3-5FDB-A7EC-26B2-CD7EE8FF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149E444-C8CC-80A5-EFE9-9C00B403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EAC611-BFA0-3ED0-C7D8-5B1A35F5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7C1CB86-E181-E180-9A45-37601927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16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B6B6B33-1D5C-F930-73FA-C62EF0F0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F5AF163-B818-20BA-6822-BD0AC529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D3629D-6D97-2868-5B9A-CAC122D1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53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6B5A37-3A9A-34F1-C3FC-412949AB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7DB6FB-11EC-C519-B003-82AA564C7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04B0179-4F1D-5D1C-B1B2-BD16B2E8C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F99FB7-3517-D706-C3FB-6FCD380A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6D51BCF-ACC9-8F44-184D-15BD7B81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333D8A0-58A2-0D8A-1148-EF064BB8F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7AA51-E0C3-9E86-9393-5F5FCBBF7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03ED1BC-AA0B-D024-9FDD-FAFD09A1AE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5A0866B-EFD3-A132-D24D-0CC12128C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291D6EB-F98B-ADEA-F675-85341D14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8DAB780-87A5-53C7-C0F6-F11866F9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C9D07A4-DF96-7962-533D-8DEB60F8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0A75D7-0B98-3EDB-032A-1AB1E09F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F1348D0-018C-4D90-DA38-022A8B545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C602BC-1B9D-60A5-E5B9-7D732542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89E54C0-D53C-8F9E-13EE-B289C2E3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C3B4221-59CB-E10B-C3A3-ED48E4679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9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95A77F0-CC56-F34C-6E20-CDAB5FD50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6F54CEE-4E7B-C057-2B34-1531CE74D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9FD932-1B1B-1A36-8CA4-169BF2D7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289300F-EDE2-240E-814E-849C9E6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46BD186-CC9F-6D2A-59F2-F5172D35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5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2F2D7E7-F010-24C1-A28A-D04C7D11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2A3D6B6-2303-83A8-DC21-5F06DEED9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040C53-0942-D7EF-007D-7359171E3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99573-1121-1546-BC87-1217D7BC426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371F7A-9EDD-78D1-F035-D9D766616D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336AF0D-19BE-5113-28F9-C0DAE18FE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1D273-248A-4C4A-AA53-90DB4E4A1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5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163" y="2257425"/>
            <a:ext cx="9958387" cy="1600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sz="5300" b="1" dirty="0" smtClean="0"/>
              <a:t>Project </a:t>
            </a:r>
            <a:r>
              <a:rPr sz="5300" b="1" dirty="0"/>
              <a:t>Title: </a:t>
            </a:r>
            <a:r>
              <a:rPr sz="5300" dirty="0" smtClean="0"/>
              <a:t>[</a:t>
            </a:r>
            <a:r>
              <a:rPr lang="en-US" sz="4900" dirty="0" smtClean="0"/>
              <a:t>ECO PULSE – SMART CAMPUS INNOVATION</a:t>
            </a:r>
            <a:r>
              <a:rPr sz="5300" dirty="0" smtClean="0"/>
              <a:t>]</a:t>
            </a:r>
            <a:endParaRPr sz="53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737" y="4202114"/>
            <a:ext cx="9144000" cy="1655762"/>
          </a:xfrm>
        </p:spPr>
        <p:txBody>
          <a:bodyPr/>
          <a:lstStyle/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sz="2800" dirty="0" smtClean="0"/>
              <a:t>T</a:t>
            </a:r>
            <a:r>
              <a:rPr lang="en-US" sz="2800" dirty="0" smtClean="0"/>
              <a:t>eam INNOVEZ</a:t>
            </a:r>
            <a:r>
              <a:rPr sz="2800" dirty="0" smtClean="0"/>
              <a:t> </a:t>
            </a:r>
            <a:r>
              <a:rPr sz="2800" dirty="0"/>
              <a:t>| </a:t>
            </a:r>
            <a:r>
              <a:rPr lang="en-US" sz="2800" dirty="0"/>
              <a:t>CIEL Kingston </a:t>
            </a:r>
            <a:r>
              <a:rPr lang="en-US" sz="2800" dirty="0" err="1"/>
              <a:t>vibeAIthon</a:t>
            </a:r>
            <a:r>
              <a:rPr lang="en-US" sz="2800" dirty="0"/>
              <a:t> 2025</a:t>
            </a:r>
            <a:endParaRPr sz="2800" dirty="0"/>
          </a:p>
        </p:txBody>
      </p:sp>
      <p:sp>
        <p:nvSpPr>
          <p:cNvPr id="5" name="Rectangle 4"/>
          <p:cNvSpPr/>
          <p:nvPr/>
        </p:nvSpPr>
        <p:spPr>
          <a:xfrm>
            <a:off x="3100388" y="587376"/>
            <a:ext cx="51435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3200" b="1" dirty="0" smtClean="0">
                <a:solidFill>
                  <a:prstClr val="black"/>
                </a:solidFill>
              </a:rPr>
              <a:t>          </a:t>
            </a:r>
          </a:p>
          <a:p>
            <a:pPr lvl="0"/>
            <a:r>
              <a:rPr lang="en-IN" sz="3200" b="1" dirty="0">
                <a:solidFill>
                  <a:prstClr val="black"/>
                </a:solidFill>
              </a:rPr>
              <a:t> </a:t>
            </a:r>
            <a:r>
              <a:rPr lang="en-IN" sz="3200" b="1" dirty="0" smtClean="0">
                <a:solidFill>
                  <a:prstClr val="black"/>
                </a:solidFill>
              </a:rPr>
              <a:t>    VIBEAITHON-2025</a:t>
            </a:r>
            <a:endParaRPr lang="en-IN" sz="32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181A74-1E84-8404-1D76-BAEDAB2A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Recap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A3B764-5E3C-D2F1-84BB-70306A895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87" y="1600201"/>
            <a:ext cx="10515600" cy="48291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Problem Recap: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Campuses face constant energy, water, and waste inefficiencies due to a lack of real-time monitoring and awareness.</a:t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Sustainability data remains invisible to students and staff, making it hard to act or measure impact.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Key User Pain Point: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Users have no clear visibility of their individual or collective resource consumption, and existing systems fail to engage or motivate eco-friendly behavior.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Objective of the Prototype: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To create an intelligent, interactive platform that visualizes campus sustainability data in real time, predicts inefficiencies, and encourages active participation through </a:t>
            </a: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gamification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and AI-driven insights.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Expected Outcomes / Success Metrics: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20–40% reduction in resource wastage through predictive monitoring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Active participation of 70%+ campus users in eco-challenges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Real-time visibility into energy and water consumption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40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2467E1-7F10-E114-F69A-F7C0E321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280339-BAD2-341F-C8B3-C51AA162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6BDF47C-4CBF-9833-695A-CD952B9B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557713"/>
          </a:xfrm>
        </p:spPr>
        <p:txBody>
          <a:bodyPr>
            <a:normAutofit fontScale="25000" lnSpcReduction="20000"/>
          </a:bodyPr>
          <a:lstStyle/>
          <a:p>
            <a:endParaRPr lang="en-IN" b="1" dirty="0" smtClean="0"/>
          </a:p>
          <a:p>
            <a:pPr>
              <a:lnSpc>
                <a:spcPct val="120000"/>
              </a:lnSpc>
            </a:pPr>
            <a:r>
              <a:rPr lang="en-IN" sz="7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Description: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IN" sz="72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EcoPulse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 is a smart campus prototype that visualizes real-time energy, water, and waste data using </a:t>
            </a:r>
            <a:r>
              <a:rPr lang="en-IN" sz="72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IoT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 sensors and AI analytics. It displays live dashboards, predicts inefficiencies, and engages users through eco-challenges and </a:t>
            </a:r>
            <a:r>
              <a:rPr lang="en-IN" sz="72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leaderboards</a:t>
            </a:r>
            <a:r>
              <a:rPr lang="en-IN" sz="72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en-IN" sz="72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7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Technology </a:t>
            </a:r>
            <a:r>
              <a:rPr lang="en-IN" sz="7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Stack: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ESP32 sensors | Node.js | Firebase | React.js | Python (AI) | AR.js / </a:t>
            </a:r>
            <a:r>
              <a:rPr lang="en-IN" sz="72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Three.js</a:t>
            </a:r>
            <a:endParaRPr lang="en-IN" sz="72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7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Prototype </a:t>
            </a:r>
            <a:r>
              <a:rPr lang="en-IN" sz="7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Type</a:t>
            </a:r>
            <a:r>
              <a:rPr lang="en-IN" sz="7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Functional prototype with simulated </a:t>
            </a:r>
            <a:r>
              <a:rPr lang="en-IN" sz="72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IoT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 data, interactive dashboards, and clickable UI elements demonstrating live updates</a:t>
            </a:r>
            <a:r>
              <a:rPr lang="en-IN" sz="72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en-IN" sz="7200" b="1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7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Visuals</a:t>
            </a:r>
            <a:r>
              <a:rPr lang="en-IN" sz="7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  <a:endParaRPr lang="en-IN" sz="72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3D Campus “Pulse” dashboard view</a:t>
            </a:r>
          </a:p>
          <a:p>
            <a:pPr>
              <a:lnSpc>
                <a:spcPct val="120000"/>
              </a:lnSpc>
            </a:pP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AI-powered anomaly alerts</a:t>
            </a:r>
          </a:p>
          <a:p>
            <a:pPr>
              <a:lnSpc>
                <a:spcPct val="120000"/>
              </a:lnSpc>
            </a:pPr>
            <a:r>
              <a:rPr lang="en-IN" sz="72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Gamified</a:t>
            </a:r>
            <a:r>
              <a:rPr lang="en-IN" sz="7200" dirty="0">
                <a:latin typeface="Calibri" pitchFamily="34" charset="0"/>
                <a:ea typeface="Calibri" pitchFamily="34" charset="0"/>
                <a:cs typeface="Calibri" pitchFamily="34" charset="0"/>
              </a:rPr>
              <a:t> Green League </a:t>
            </a:r>
            <a:r>
              <a:rPr lang="en-IN" sz="72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leaderboard</a:t>
            </a:r>
            <a:endParaRPr lang="en-IN" sz="72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endParaRPr lang="en-US" sz="72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031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8DD2C9-352B-532C-D681-8B63B91F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590CB4-BA1E-1C8D-E95E-AF91C890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5" y="265112"/>
            <a:ext cx="10515600" cy="1325563"/>
          </a:xfrm>
        </p:spPr>
        <p:txBody>
          <a:bodyPr/>
          <a:lstStyle/>
          <a:p>
            <a:r>
              <a:rPr lang="en-US" dirty="0"/>
              <a:t>User Experience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03B214-BECF-E5D3-A649-E950F0E6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66077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User Journey: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Students and staff log in to the </a:t>
            </a: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EcoPulse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dashboard to view real-time energy and water usage, receive AI alerts, and track eco-scores.</a:t>
            </a:r>
          </a:p>
          <a:p>
            <a:pPr>
              <a:lnSpc>
                <a:spcPct val="12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Key Features: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Live campus dashboard with energy and water metrics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AI-based predictions and anomaly alerts</a:t>
            </a:r>
          </a:p>
          <a:p>
            <a:pPr>
              <a:lnSpc>
                <a:spcPct val="120000"/>
              </a:lnSpc>
            </a:pP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Gamified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Green League and eco-badges</a:t>
            </a:r>
          </a:p>
          <a:p>
            <a:pPr>
              <a:lnSpc>
                <a:spcPct val="120000"/>
              </a:lnSpc>
            </a:pPr>
            <a:r>
              <a:rPr lang="en-US" sz="1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Unique Innovation</a:t>
            </a: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EcoPulse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turns sustainability data into an interactive, visual, and </a:t>
            </a:r>
            <a:r>
              <a:rPr lang="en-US" sz="1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gamified</a:t>
            </a:r>
            <a:r>
              <a:rPr lang="en-US" sz="1800" dirty="0">
                <a:latin typeface="Calibri" pitchFamily="34" charset="0"/>
                <a:ea typeface="Calibri" pitchFamily="34" charset="0"/>
                <a:cs typeface="Calibri" pitchFamily="34" charset="0"/>
              </a:rPr>
              <a:t> experience—making resource efficiency engaging and measurable.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65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ADFB27-6E5F-EA84-E0C8-5AF1A9094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FBDEA3-4664-0482-606C-4FE0EED7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&amp; Wireframes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B56216-7447-0C0F-B9C9-D2836B39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r>
              <a:rPr lang="en-US" dirty="0"/>
              <a:t>--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" y="1604961"/>
            <a:ext cx="5019675" cy="416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438" y="1604961"/>
            <a:ext cx="6129337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212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0025" y="2682875"/>
            <a:ext cx="4090988" cy="11747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Thank You</a:t>
            </a:r>
            <a:endParaRPr lang="en-IN" sz="6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2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45</Words>
  <Application>Microsoft Office PowerPoint</Application>
  <PresentationFormat>Custom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    Project Title: [ECO PULSE – SMART CAMPUS INNOVATION]</vt:lpstr>
      <vt:lpstr>Problem Recap &amp; Objective</vt:lpstr>
      <vt:lpstr>Prototype Overview</vt:lpstr>
      <vt:lpstr>User Experience &amp; Impact</vt:lpstr>
      <vt:lpstr>Screenshots &amp; Wireframes</vt:lpstr>
      <vt:lpstr>   </vt:lpstr>
    </vt:vector>
  </TitlesOfParts>
  <Company>CielHR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CIEL - KINGSTON vibeAIthon Prototype presentation</dc:title>
  <dc:creator>Nelson Kulandairaj</dc:creator>
  <cp:keywords>Prototype</cp:keywords>
  <cp:lastModifiedBy>Student</cp:lastModifiedBy>
  <cp:revision>11</cp:revision>
  <dcterms:created xsi:type="dcterms:W3CDTF">2025-10-14T12:00:04Z</dcterms:created>
  <dcterms:modified xsi:type="dcterms:W3CDTF">2025-10-28T10:00:20Z</dcterms:modified>
  <cp:category>vibeAIthon</cp:category>
</cp:coreProperties>
</file>