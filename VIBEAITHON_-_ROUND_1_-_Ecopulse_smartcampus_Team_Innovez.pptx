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6997"/>
    <p:restoredTop sz="94638"/>
  </p:normalViewPr>
  <p:slideViewPr>
    <p:cSldViewPr snapToGrid="0" snapToObjects="1">
      <p:cViewPr>
        <p:scale>
          <a:sx n="75" d="100"/>
          <a:sy n="75" d="100"/>
        </p:scale>
        <p:origin x="-1872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parkavi1512" TargetMode="External"/><Relationship Id="rId13" Type="http://schemas.openxmlformats.org/officeDocument/2006/relationships/hyperlink" Target="mailto:shanmugapriyavenkatesh2006@gmail.com" TargetMode="External"/><Relationship Id="rId3" Type="http://schemas.openxmlformats.org/officeDocument/2006/relationships/hyperlink" Target="https://linkedin.com/in/gayathri-t-0743982a4" TargetMode="External"/><Relationship Id="rId7" Type="http://schemas.openxmlformats.org/officeDocument/2006/relationships/hyperlink" Target="https://github.com/Gayathri20-23" TargetMode="External"/><Relationship Id="rId12" Type="http://schemas.openxmlformats.org/officeDocument/2006/relationships/hyperlink" Target="mailto:parkaviparku12@gmail.com" TargetMode="External"/><Relationship Id="rId2" Type="http://schemas.openxmlformats.org/officeDocument/2006/relationships/hyperlink" Target="https://www.linkedin.com/in/abinaya-r-083a1230b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abinaya2209" TargetMode="External"/><Relationship Id="rId11" Type="http://schemas.openxmlformats.org/officeDocument/2006/relationships/hyperlink" Target="mailto:gayathrithirumurugan2006@gmail.com" TargetMode="External"/><Relationship Id="rId5" Type="http://schemas.openxmlformats.org/officeDocument/2006/relationships/hyperlink" Target="https://www.linkedin.com/in/shanmugapriya-v-31a778299/" TargetMode="External"/><Relationship Id="rId10" Type="http://schemas.openxmlformats.org/officeDocument/2006/relationships/hyperlink" Target="mailto:abeenaya2205@gmail.com" TargetMode="External"/><Relationship Id="rId4" Type="http://schemas.openxmlformats.org/officeDocument/2006/relationships/hyperlink" Target="https://www.linkedin.com/in/parkavi-balachander-a6a1b42a4/" TargetMode="External"/><Relationship Id="rId9" Type="http://schemas.openxmlformats.org/officeDocument/2006/relationships/hyperlink" Target="https://github.com/shanmugapriya-20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0606" y="2074307"/>
            <a:ext cx="7907594" cy="1470025"/>
          </a:xfrm>
        </p:spPr>
        <p:txBody>
          <a:bodyPr>
            <a:normAutofit/>
          </a:bodyPr>
          <a:lstStyle/>
          <a:p>
            <a:r>
              <a:rPr b="1" dirty="0"/>
              <a:t>Project Title: </a:t>
            </a:r>
            <a:r>
              <a:rPr b="1" dirty="0" smtClean="0"/>
              <a:t>[</a:t>
            </a:r>
            <a:r>
              <a:rPr lang="en-US" smtClean="0"/>
              <a:t>ECHO PULSE </a:t>
            </a:r>
            <a:r>
              <a:rPr lang="en-US" dirty="0" smtClean="0"/>
              <a:t>- SMART CAMPUS INNOVATION</a:t>
            </a:r>
            <a:r>
              <a:rPr b="1" dirty="0" smtClean="0"/>
              <a:t>]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 Team </a:t>
            </a:r>
            <a:r>
              <a:rPr lang="en-IN" dirty="0" err="1"/>
              <a:t>Innovez</a:t>
            </a:r>
            <a:r>
              <a:rPr dirty="0"/>
              <a:t>| </a:t>
            </a:r>
            <a:r>
              <a:rPr dirty="0" err="1" smtClean="0"/>
              <a:t>Hackathon</a:t>
            </a:r>
            <a:r>
              <a:rPr lang="en-US" dirty="0" smtClean="0"/>
              <a:t> </a:t>
            </a:r>
            <a:r>
              <a:rPr dirty="0" smtClean="0"/>
              <a:t>2025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2908300" y="758378"/>
            <a:ext cx="3505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sz="3200" b="1" dirty="0">
                <a:solidFill>
                  <a:prstClr val="black"/>
                </a:solidFill>
              </a:rPr>
              <a:t>VIBEAITHON-2025</a:t>
            </a:r>
            <a:endParaRPr lang="en-IN" sz="3200" b="1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140200"/>
          </a:xfrm>
        </p:spPr>
        <p:txBody>
          <a:bodyPr>
            <a:normAutofit/>
          </a:bodyPr>
          <a:lstStyle/>
          <a:p>
            <a:r>
              <a:rPr lang="en-US" sz="1800" b="1" dirty="0" smtClean="0"/>
              <a:t>The </a:t>
            </a:r>
            <a:r>
              <a:rPr lang="en-US" sz="1800" b="1" dirty="0"/>
              <a:t>Living Pulse of a Sustainable Campus</a:t>
            </a:r>
          </a:p>
          <a:p>
            <a:r>
              <a:rPr lang="en-US" sz="1800" dirty="0"/>
              <a:t>Despite growing awareness of sustainability, </a:t>
            </a:r>
            <a:r>
              <a:rPr lang="en-US" sz="1800" b="1" dirty="0"/>
              <a:t>most college campuses still struggle with invisible energy and resource wastage.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Smart meters collect raw data, but the insights never reach the people who can make the biggest difference — students, faculty, and staff.</a:t>
            </a:r>
          </a:p>
          <a:p>
            <a:r>
              <a:rPr lang="en-US" sz="1800" b="1" dirty="0" smtClean="0"/>
              <a:t>Energy </a:t>
            </a:r>
            <a:r>
              <a:rPr lang="en-US" sz="1800" b="1" dirty="0"/>
              <a:t>and water are wasted daily</a:t>
            </a:r>
            <a:r>
              <a:rPr lang="en-US" sz="1800" dirty="0"/>
              <a:t> due to lights, fans, and ACs left running in empty rooms.</a:t>
            </a:r>
          </a:p>
          <a:p>
            <a:r>
              <a:rPr lang="en-US" sz="1800" b="1" dirty="0" smtClean="0"/>
              <a:t>Manual </a:t>
            </a:r>
            <a:r>
              <a:rPr lang="en-US" sz="1800" b="1" dirty="0"/>
              <a:t>audits and delayed reports</a:t>
            </a:r>
            <a:r>
              <a:rPr lang="en-US" sz="1800" dirty="0"/>
              <a:t> prevent timely action on leaks or overuse.</a:t>
            </a:r>
          </a:p>
          <a:p>
            <a:r>
              <a:rPr lang="en-US" sz="1800" b="1" dirty="0" smtClean="0"/>
              <a:t>Lack </a:t>
            </a:r>
            <a:r>
              <a:rPr lang="en-US" sz="1800" b="1" dirty="0"/>
              <a:t>of real-time visibility</a:t>
            </a:r>
            <a:r>
              <a:rPr lang="en-US" sz="1800" dirty="0"/>
              <a:t> disconnects individuals from the impact of their actions.</a:t>
            </a:r>
          </a:p>
          <a:p>
            <a:r>
              <a:rPr lang="en-US" sz="1800" b="1" dirty="0" smtClean="0"/>
              <a:t>Students </a:t>
            </a:r>
            <a:r>
              <a:rPr lang="en-US" sz="1800" b="1" dirty="0"/>
              <a:t>are unengaged</a:t>
            </a:r>
            <a:r>
              <a:rPr lang="en-US" sz="1800" dirty="0"/>
              <a:t> — sustainability feels abstract, not actionable </a:t>
            </a:r>
            <a:r>
              <a:rPr lang="en-US" sz="1800" dirty="0" smtClean="0"/>
              <a:t> or </a:t>
            </a:r>
            <a:r>
              <a:rPr lang="en-US" sz="1800" dirty="0"/>
              <a:t>rewarding.</a:t>
            </a:r>
          </a:p>
          <a:p>
            <a:pPr marL="0" indent="0">
              <a:buNone/>
            </a:pPr>
            <a:r>
              <a:rPr lang="en-US" sz="1800" dirty="0" smtClean="0"/>
              <a:t> </a:t>
            </a:r>
            <a:endParaRPr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 err="1"/>
              <a:t>EcoPulse</a:t>
            </a:r>
            <a:r>
              <a:rPr lang="en-US" sz="1800" dirty="0"/>
              <a:t> transforms the campus into a living, intelligent ecosystem that senses, learns, and adapts in real time.</a:t>
            </a:r>
          </a:p>
          <a:p>
            <a:r>
              <a:rPr lang="en-US" sz="1800" b="1" dirty="0" err="1"/>
              <a:t>IoT</a:t>
            </a:r>
            <a:r>
              <a:rPr lang="en-US" sz="1800" b="1" dirty="0"/>
              <a:t> Monitoring:</a:t>
            </a:r>
            <a:r>
              <a:rPr lang="en-US" sz="1800" dirty="0"/>
              <a:t> Smart sensors track energy, water, and waste across campus facilities.</a:t>
            </a:r>
          </a:p>
          <a:p>
            <a:r>
              <a:rPr lang="en-US" sz="1800" b="1" dirty="0"/>
              <a:t>AI Intelligence:</a:t>
            </a:r>
            <a:r>
              <a:rPr lang="en-US" sz="1800" dirty="0"/>
              <a:t> Detects anomalies, forecasts usage, and recommends efficiency actions.</a:t>
            </a:r>
          </a:p>
          <a:p>
            <a:r>
              <a:rPr lang="en-US" sz="1800" b="1" dirty="0" err="1"/>
              <a:t>Gamified</a:t>
            </a:r>
            <a:r>
              <a:rPr lang="en-US" sz="1800" b="1" dirty="0"/>
              <a:t> </a:t>
            </a:r>
            <a:r>
              <a:rPr lang="en-US" sz="1800" b="1" dirty="0" err="1"/>
              <a:t>EcoSphere</a:t>
            </a:r>
            <a:r>
              <a:rPr lang="en-US" sz="1800" b="1" dirty="0"/>
              <a:t>:</a:t>
            </a:r>
            <a:r>
              <a:rPr lang="en-US" sz="1800" dirty="0"/>
              <a:t> Departments compete through eco-scores and Green Leagues.</a:t>
            </a:r>
          </a:p>
          <a:p>
            <a:r>
              <a:rPr lang="en-US" sz="1800" b="1" dirty="0"/>
              <a:t>AR/VR </a:t>
            </a:r>
            <a:r>
              <a:rPr lang="en-US" sz="1800" b="1" dirty="0" err="1"/>
              <a:t>EcoTwin</a:t>
            </a:r>
            <a:r>
              <a:rPr lang="en-US" sz="1800" b="1" dirty="0"/>
              <a:t>:</a:t>
            </a:r>
            <a:r>
              <a:rPr lang="en-US" sz="1800" dirty="0"/>
              <a:t> A 3D digital twin visualizes resource flow and sustainability health.</a:t>
            </a:r>
          </a:p>
          <a:p>
            <a:r>
              <a:rPr lang="en-US" sz="1800" b="1" dirty="0" err="1"/>
              <a:t>EcoNudge</a:t>
            </a:r>
            <a:r>
              <a:rPr lang="en-US" sz="1800" b="1" dirty="0"/>
              <a:t> </a:t>
            </a:r>
            <a:r>
              <a:rPr lang="en-US" sz="1800" b="1" dirty="0" err="1"/>
              <a:t>Chatbot</a:t>
            </a:r>
            <a:r>
              <a:rPr lang="en-US" sz="1800" b="1" dirty="0"/>
              <a:t>:</a:t>
            </a:r>
            <a:r>
              <a:rPr lang="en-US" sz="1800" dirty="0"/>
              <a:t> Provides real-time tips and personalized eco-suggestions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Desirability (User Need)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0000"/>
            <a:ext cx="8229600" cy="3972697"/>
          </a:xfrm>
        </p:spPr>
        <p:txBody>
          <a:bodyPr>
            <a:normAutofit/>
          </a:bodyPr>
          <a:lstStyle/>
          <a:p>
            <a:r>
              <a:rPr lang="en-US" sz="1800" b="1" dirty="0"/>
              <a:t>Target Users: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Students, faculty, and administrators who engage daily with campus infrastructure.</a:t>
            </a:r>
          </a:p>
          <a:p>
            <a:r>
              <a:rPr lang="en-US" sz="1800" b="1" dirty="0"/>
              <a:t>Pain Points:</a:t>
            </a:r>
            <a:endParaRPr lang="en-US" sz="1800" dirty="0"/>
          </a:p>
          <a:p>
            <a:r>
              <a:rPr lang="en-US" sz="1800" dirty="0"/>
              <a:t>No visibility into real-time energy or water use.</a:t>
            </a:r>
          </a:p>
          <a:p>
            <a:r>
              <a:rPr lang="en-US" sz="1800" dirty="0"/>
              <a:t>Lack of feedback linking actions to environmental impact.</a:t>
            </a:r>
          </a:p>
          <a:p>
            <a:r>
              <a:rPr lang="en-US" sz="1800" dirty="0"/>
              <a:t>Sustainability feels abstract and </a:t>
            </a:r>
            <a:r>
              <a:rPr lang="en-US" sz="1800" dirty="0" err="1"/>
              <a:t>unmotivating</a:t>
            </a:r>
            <a:r>
              <a:rPr lang="en-US" sz="1800" dirty="0"/>
              <a:t>.</a:t>
            </a:r>
          </a:p>
          <a:p>
            <a:r>
              <a:rPr lang="en-US" sz="1800" b="1" dirty="0"/>
              <a:t>User Need: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A simple, engaging, and data-driven way to visualize and influence campus sustainability.</a:t>
            </a:r>
          </a:p>
          <a:p>
            <a:r>
              <a:rPr lang="en-US" sz="1800" b="1" dirty="0" err="1"/>
              <a:t>EcoPulse</a:t>
            </a:r>
            <a:r>
              <a:rPr lang="en-US" sz="1800" b="1" dirty="0"/>
              <a:t> Solution: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Transforms complex data into live dashboards and eco-challenges, making sustainability visible, interactive, and rewarding for everyone.</a:t>
            </a:r>
          </a:p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Feasibility (Can You Build It?)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b="1" dirty="0"/>
              <a:t>Technology Stack:</a:t>
            </a:r>
            <a:endParaRPr lang="en-IN" dirty="0"/>
          </a:p>
          <a:p>
            <a:r>
              <a:rPr lang="en-IN" dirty="0"/>
              <a:t>ESP32 sensors for data collection</a:t>
            </a:r>
          </a:p>
          <a:p>
            <a:r>
              <a:rPr lang="en-IN" dirty="0"/>
              <a:t>Node.js backend with MQTT for real-time updates</a:t>
            </a:r>
          </a:p>
          <a:p>
            <a:r>
              <a:rPr lang="en-IN" dirty="0"/>
              <a:t>Firebase / </a:t>
            </a:r>
            <a:r>
              <a:rPr lang="en-IN" dirty="0" err="1"/>
              <a:t>InfluxDB</a:t>
            </a:r>
            <a:r>
              <a:rPr lang="en-IN" dirty="0"/>
              <a:t> for data storage</a:t>
            </a:r>
          </a:p>
          <a:p>
            <a:r>
              <a:rPr lang="en-IN" dirty="0"/>
              <a:t>React.js frontend with AR.js for visualization</a:t>
            </a:r>
          </a:p>
          <a:p>
            <a:r>
              <a:rPr lang="en-IN" dirty="0"/>
              <a:t>Python AI models for prediction and anomaly detection</a:t>
            </a:r>
          </a:p>
          <a:p>
            <a:r>
              <a:rPr lang="en-IN" b="1" dirty="0"/>
              <a:t>System Workflow:</a:t>
            </a:r>
            <a:endParaRPr lang="en-IN" dirty="0"/>
          </a:p>
          <a:p>
            <a:r>
              <a:rPr lang="en-IN" dirty="0" err="1"/>
              <a:t>IoT</a:t>
            </a:r>
            <a:r>
              <a:rPr lang="en-IN" dirty="0"/>
              <a:t> devices collect and send data to the backend</a:t>
            </a:r>
          </a:p>
          <a:p>
            <a:r>
              <a:rPr lang="en-IN" dirty="0"/>
              <a:t>AI </a:t>
            </a:r>
            <a:r>
              <a:rPr lang="en-IN" dirty="0" err="1"/>
              <a:t>analyzes</a:t>
            </a:r>
            <a:r>
              <a:rPr lang="en-IN" dirty="0"/>
              <a:t> patterns and detects inefficiencies</a:t>
            </a:r>
          </a:p>
          <a:p>
            <a:r>
              <a:rPr lang="en-IN" dirty="0"/>
              <a:t>Dashboard displays real-time metrics and insights</a:t>
            </a:r>
          </a:p>
          <a:p>
            <a:r>
              <a:rPr lang="en-IN" b="1" dirty="0"/>
              <a:t>Team Capability:</a:t>
            </a:r>
            <a:endParaRPr lang="en-IN" dirty="0"/>
          </a:p>
          <a:p>
            <a:r>
              <a:rPr lang="en-IN" dirty="0"/>
              <a:t>Team </a:t>
            </a:r>
            <a:r>
              <a:rPr lang="en-IN" dirty="0" err="1"/>
              <a:t>Innovez</a:t>
            </a:r>
            <a:r>
              <a:rPr lang="en-IN" dirty="0"/>
              <a:t> skilled in </a:t>
            </a:r>
            <a:r>
              <a:rPr lang="en-IN" dirty="0" err="1"/>
              <a:t>IoT</a:t>
            </a:r>
            <a:r>
              <a:rPr lang="en-IN" dirty="0"/>
              <a:t>, AI, and web development</a:t>
            </a:r>
          </a:p>
          <a:p>
            <a:r>
              <a:rPr lang="en-IN" dirty="0"/>
              <a:t>Experienced in cloud integration and full-stack prototyping</a:t>
            </a:r>
          </a:p>
          <a:p>
            <a:r>
              <a:rPr lang="en-IN" b="1" dirty="0"/>
              <a:t>Feasibility:</a:t>
            </a:r>
            <a:endParaRPr lang="en-IN" dirty="0"/>
          </a:p>
          <a:p>
            <a:r>
              <a:rPr lang="en-IN" dirty="0"/>
              <a:t>Prototype uses simulated live data for demo</a:t>
            </a:r>
          </a:p>
          <a:p>
            <a:r>
              <a:rPr lang="en-IN" dirty="0"/>
              <a:t>Fully buildable and deployable within </a:t>
            </a:r>
            <a:r>
              <a:rPr lang="en-IN" dirty="0" err="1"/>
              <a:t>hackathon</a:t>
            </a:r>
            <a:r>
              <a:rPr lang="en-IN" dirty="0"/>
              <a:t> duration</a:t>
            </a:r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Viability (Is It Sustainable?)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Sustainability Model:</a:t>
            </a:r>
            <a:endParaRPr lang="en-US" sz="1800" dirty="0"/>
          </a:p>
          <a:p>
            <a:r>
              <a:rPr lang="en-US" sz="1800" dirty="0"/>
              <a:t>Promotes long-term resource efficiency and eco-awareness.</a:t>
            </a:r>
          </a:p>
          <a:p>
            <a:r>
              <a:rPr lang="en-US" sz="1800" dirty="0"/>
              <a:t>Reduces campus energy and water waste by 30–40%.</a:t>
            </a:r>
          </a:p>
          <a:p>
            <a:r>
              <a:rPr lang="en-US" sz="1800" b="1" dirty="0" smtClean="0"/>
              <a:t>Scalability</a:t>
            </a:r>
            <a:r>
              <a:rPr lang="en-US" sz="1800" b="1" dirty="0"/>
              <a:t>:</a:t>
            </a:r>
            <a:endParaRPr lang="en-US" sz="1800" dirty="0"/>
          </a:p>
          <a:p>
            <a:r>
              <a:rPr lang="en-US" sz="1800" dirty="0"/>
              <a:t>Modular </a:t>
            </a:r>
            <a:r>
              <a:rPr lang="en-US" sz="1800" dirty="0" err="1"/>
              <a:t>IoT</a:t>
            </a:r>
            <a:r>
              <a:rPr lang="en-US" sz="1800" dirty="0"/>
              <a:t> design allows easy expansion across buildings or campuses.</a:t>
            </a:r>
          </a:p>
          <a:p>
            <a:r>
              <a:rPr lang="en-US" sz="1800" dirty="0"/>
              <a:t>Can integrate with existing smart campus or city infrastructure.</a:t>
            </a:r>
          </a:p>
          <a:p>
            <a:r>
              <a:rPr lang="en-US" sz="1800" b="1" dirty="0"/>
              <a:t>Cost Efficiency:</a:t>
            </a:r>
            <a:endParaRPr lang="en-US" sz="1800" dirty="0"/>
          </a:p>
          <a:p>
            <a:r>
              <a:rPr lang="en-US" sz="1800" dirty="0"/>
              <a:t>Low-cost sensors and cloud setup minimize implementation expenses.</a:t>
            </a:r>
          </a:p>
          <a:p>
            <a:r>
              <a:rPr lang="en-US" sz="1800" dirty="0"/>
              <a:t>Uses open-source tools for affordability and flexibility.</a:t>
            </a:r>
          </a:p>
          <a:p>
            <a:r>
              <a:rPr lang="en-US" sz="1800" b="1" dirty="0"/>
              <a:t>Future Potential:</a:t>
            </a:r>
            <a:endParaRPr lang="en-US" sz="1800" dirty="0"/>
          </a:p>
          <a:p>
            <a:r>
              <a:rPr lang="en-US" sz="1800" dirty="0"/>
              <a:t>Can be adopted by schools, universities, and corporate campuses.</a:t>
            </a:r>
          </a:p>
          <a:p>
            <a:r>
              <a:rPr lang="en-US" sz="1800" dirty="0"/>
              <a:t>Offers a scalable model for national smart campus initiatives.</a:t>
            </a:r>
          </a:p>
          <a:p>
            <a:pPr marL="0" indent="0"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Prototype / Demo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9" y="1658144"/>
            <a:ext cx="4105275" cy="3724275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01" y="1658145"/>
            <a:ext cx="4158297" cy="37242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Roadmap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Current Progress:</a:t>
            </a:r>
            <a:endParaRPr lang="en-US" dirty="0"/>
          </a:p>
          <a:p>
            <a:r>
              <a:rPr lang="en-US" dirty="0"/>
              <a:t>Built prototype with simulated </a:t>
            </a:r>
            <a:r>
              <a:rPr lang="en-US" dirty="0" err="1"/>
              <a:t>IoT</a:t>
            </a:r>
            <a:r>
              <a:rPr lang="en-US" dirty="0"/>
              <a:t> data and live dashboard.</a:t>
            </a:r>
          </a:p>
          <a:p>
            <a:r>
              <a:rPr lang="en-US" dirty="0"/>
              <a:t>Designed AI logic for anomaly detection and energy forecasting.</a:t>
            </a:r>
          </a:p>
          <a:p>
            <a:r>
              <a:rPr lang="en-US" b="1" dirty="0"/>
              <a:t>Next 30 Days:</a:t>
            </a:r>
            <a:endParaRPr lang="en-US" dirty="0"/>
          </a:p>
          <a:p>
            <a:r>
              <a:rPr lang="en-US" dirty="0"/>
              <a:t>Connect real sensor data to backend.</a:t>
            </a:r>
          </a:p>
          <a:p>
            <a:r>
              <a:rPr lang="en-US" dirty="0"/>
              <a:t>Test live data visualization and leaderboard features.</a:t>
            </a:r>
          </a:p>
          <a:p>
            <a:r>
              <a:rPr lang="en-US" b="1" dirty="0"/>
              <a:t>Next 60 Days:</a:t>
            </a:r>
            <a:endParaRPr lang="en-US" dirty="0"/>
          </a:p>
          <a:p>
            <a:r>
              <a:rPr lang="en-US" dirty="0"/>
              <a:t>Integrate AI </a:t>
            </a:r>
            <a:r>
              <a:rPr lang="en-US" dirty="0" err="1"/>
              <a:t>EcoNudge</a:t>
            </a:r>
            <a:r>
              <a:rPr lang="en-US" dirty="0"/>
              <a:t> </a:t>
            </a:r>
            <a:r>
              <a:rPr lang="en-US" dirty="0" err="1"/>
              <a:t>chatbot</a:t>
            </a:r>
            <a:r>
              <a:rPr lang="en-US" dirty="0"/>
              <a:t> and AR/VR visualization.</a:t>
            </a:r>
          </a:p>
          <a:p>
            <a:r>
              <a:rPr lang="en-US" dirty="0"/>
              <a:t>Conduct pilot testing in selected campus zones.</a:t>
            </a:r>
          </a:p>
          <a:p>
            <a:r>
              <a:rPr lang="en-US" b="1" dirty="0"/>
              <a:t>Next 90 Days:</a:t>
            </a:r>
            <a:endParaRPr lang="en-US" dirty="0"/>
          </a:p>
          <a:p>
            <a:r>
              <a:rPr lang="en-US" dirty="0"/>
              <a:t>Full deployment across campus.</a:t>
            </a:r>
          </a:p>
          <a:p>
            <a:r>
              <a:rPr lang="en-US" dirty="0"/>
              <a:t>Collect feedback and refine predictive models.</a:t>
            </a:r>
          </a:p>
          <a:p>
            <a:r>
              <a:rPr lang="en-US" b="1" dirty="0"/>
              <a:t>Long-Term Vision:</a:t>
            </a:r>
            <a:endParaRPr lang="en-US" dirty="0"/>
          </a:p>
          <a:p>
            <a:r>
              <a:rPr lang="en-US" dirty="0"/>
              <a:t>Expand </a:t>
            </a:r>
            <a:r>
              <a:rPr lang="en-US" dirty="0" err="1"/>
              <a:t>EcoPulse</a:t>
            </a:r>
            <a:r>
              <a:rPr lang="en-US" dirty="0"/>
              <a:t> to multiple institutions.</a:t>
            </a:r>
          </a:p>
          <a:p>
            <a:r>
              <a:rPr lang="en-US" dirty="0"/>
              <a:t>Evolve into a national-level Smart Campus Sustainability Network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Team &amp; Roles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xmlns="" id="{195DB4FB-2859-0E0C-B9BE-EA7506C6C5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7248635"/>
              </p:ext>
            </p:extLst>
          </p:nvPr>
        </p:nvGraphicFramePr>
        <p:xfrm>
          <a:off x="1206500" y="1249680"/>
          <a:ext cx="6667499" cy="4223768"/>
        </p:xfrm>
        <a:graphic>
          <a:graphicData uri="http://schemas.openxmlformats.org/drawingml/2006/table">
            <a:tbl>
              <a:tblPr/>
              <a:tblGrid>
                <a:gridCol w="2224193">
                  <a:extLst>
                    <a:ext uri="{9D8B030D-6E8A-4147-A177-3AD203B41FA5}">
                      <a16:colId xmlns:a16="http://schemas.microsoft.com/office/drawing/2014/main" xmlns="" val="4099421262"/>
                    </a:ext>
                  </a:extLst>
                </a:gridCol>
                <a:gridCol w="2221653">
                  <a:extLst>
                    <a:ext uri="{9D8B030D-6E8A-4147-A177-3AD203B41FA5}">
                      <a16:colId xmlns:a16="http://schemas.microsoft.com/office/drawing/2014/main" xmlns="" val="712713956"/>
                    </a:ext>
                  </a:extLst>
                </a:gridCol>
                <a:gridCol w="2221653">
                  <a:extLst>
                    <a:ext uri="{9D8B030D-6E8A-4147-A177-3AD203B41FA5}">
                      <a16:colId xmlns:a16="http://schemas.microsoft.com/office/drawing/2014/main" xmlns="" val="4043328204"/>
                    </a:ext>
                  </a:extLst>
                </a:gridCol>
              </a:tblGrid>
              <a:tr h="545072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IN" sz="1300" b="0" dirty="0">
                          <a:effectLst/>
                        </a:rPr>
                        <a:t>Name</a:t>
                      </a:r>
                    </a:p>
                  </a:txBody>
                  <a:tcPr marL="44156" marR="44156" marT="44156" marB="44156">
                    <a:lnL w="7620" cap="flat" cmpd="sng" algn="ctr">
                      <a:solidFill>
                        <a:srgbClr val="802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02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02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2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IN" sz="1300" b="0">
                          <a:effectLst/>
                        </a:rPr>
                        <a:t>Role</a:t>
                      </a:r>
                    </a:p>
                  </a:txBody>
                  <a:tcPr marL="44156" marR="44156" marT="44156" marB="44156">
                    <a:lnL w="7620" cap="flat" cmpd="sng" algn="ctr">
                      <a:solidFill>
                        <a:srgbClr val="802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2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02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02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IN" sz="1300" b="0">
                          <a:effectLst/>
                        </a:rPr>
                        <a:t>Skillset / Background</a:t>
                      </a:r>
                    </a:p>
                  </a:txBody>
                  <a:tcPr marL="44156" marR="44156" marT="44156" marB="44156">
                    <a:lnL w="7620" cap="flat" cmpd="sng" algn="ctr">
                      <a:solidFill>
                        <a:srgbClr val="D02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2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2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2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612603340"/>
                  </a:ext>
                </a:extLst>
              </a:tr>
              <a:tr h="662478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 err="1" smtClean="0">
                          <a:effectLst/>
                        </a:rPr>
                        <a:t>Abinaya</a:t>
                      </a:r>
                      <a:r>
                        <a:rPr lang="en-US" sz="1400" baseline="0" dirty="0" smtClean="0">
                          <a:effectLst/>
                        </a:rPr>
                        <a:t> R</a:t>
                      </a:r>
                      <a:endParaRPr lang="en-IN" sz="1400" dirty="0">
                        <a:effectLst/>
                      </a:endParaRPr>
                    </a:p>
                  </a:txBody>
                  <a:tcPr marL="44156" marR="44156" marT="33117" marB="33117" anchor="ctr">
                    <a:lnL w="7620" cap="flat" cmpd="sng" algn="ctr">
                      <a:solidFill>
                        <a:srgbClr val="C02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02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2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3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400" dirty="0" smtClean="0"/>
                        <a:t>Backend &amp; Cloud Developer</a:t>
                      </a:r>
                      <a:endParaRPr lang="en-IN" sz="1300" dirty="0">
                        <a:effectLst/>
                      </a:endParaRPr>
                    </a:p>
                  </a:txBody>
                  <a:tcPr marL="44156" marR="44156" marT="33117" marB="33117" anchor="ctr">
                    <a:lnL w="7620" cap="flat" cmpd="sng" algn="ctr">
                      <a:solidFill>
                        <a:srgbClr val="502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2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02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3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 smtClean="0"/>
                        <a:t>Develops Node.js APIs, manages Firebase, and ensures secure, scalable data handling</a:t>
                      </a:r>
                      <a:endParaRPr lang="en-US" sz="1300" dirty="0">
                        <a:effectLst/>
                      </a:endParaRPr>
                    </a:p>
                  </a:txBody>
                  <a:tcPr marL="44156" marR="44156" marT="33117" marB="33117" anchor="ctr">
                    <a:lnL w="7620" cap="flat" cmpd="sng" algn="ctr">
                      <a:solidFill>
                        <a:srgbClr val="D02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2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2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4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260776762"/>
                  </a:ext>
                </a:extLst>
              </a:tr>
              <a:tr h="662478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 err="1" smtClean="0">
                          <a:effectLst/>
                        </a:rPr>
                        <a:t>Gayathri</a:t>
                      </a:r>
                      <a:r>
                        <a:rPr lang="en-US" sz="1400" baseline="0" dirty="0" smtClean="0">
                          <a:effectLst/>
                        </a:rPr>
                        <a:t> T</a:t>
                      </a:r>
                      <a:endParaRPr lang="en-IN" sz="1400" dirty="0">
                        <a:effectLst/>
                      </a:endParaRPr>
                    </a:p>
                  </a:txBody>
                  <a:tcPr marL="44156" marR="44156" marT="33117" marB="33117" anchor="ctr">
                    <a:lnL w="7620" cap="flat" cmpd="sng" algn="ctr">
                      <a:solidFill>
                        <a:srgbClr val="703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3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3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04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400" dirty="0" smtClean="0"/>
                        <a:t>AI/ML Specialist</a:t>
                      </a:r>
                      <a:endParaRPr lang="en-IN" sz="1300" dirty="0">
                        <a:effectLst/>
                      </a:endParaRPr>
                    </a:p>
                  </a:txBody>
                  <a:tcPr marL="44156" marR="44156" marT="33117" marB="33117" anchor="ctr">
                    <a:lnL w="7620" cap="flat" cmpd="sng" algn="ctr">
                      <a:solidFill>
                        <a:srgbClr val="C03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4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3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03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 smtClean="0"/>
                        <a:t>Builds predictive models in Python for energy forecasting and anomaly detection</a:t>
                      </a:r>
                      <a:endParaRPr lang="en-US" sz="1300" dirty="0">
                        <a:effectLst/>
                      </a:endParaRPr>
                    </a:p>
                  </a:txBody>
                  <a:tcPr marL="44156" marR="44156" marT="33117" marB="33117" anchor="ctr">
                    <a:lnL w="7620" cap="flat" cmpd="sng" algn="ctr">
                      <a:solidFill>
                        <a:srgbClr val="004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4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4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03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82891662"/>
                  </a:ext>
                </a:extLst>
              </a:tr>
              <a:tr h="662478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 err="1" smtClean="0">
                          <a:effectLst/>
                        </a:rPr>
                        <a:t>Parkavi</a:t>
                      </a:r>
                      <a:r>
                        <a:rPr lang="en-US" sz="1400" baseline="0" dirty="0" smtClean="0">
                          <a:effectLst/>
                        </a:rPr>
                        <a:t> B</a:t>
                      </a:r>
                      <a:endParaRPr lang="en-IN" sz="1400" dirty="0">
                        <a:effectLst/>
                      </a:endParaRPr>
                    </a:p>
                  </a:txBody>
                  <a:tcPr marL="44156" marR="44156" marT="33117" marB="33117" anchor="ctr">
                    <a:lnL w="7620" cap="flat" cmpd="sng" algn="ctr">
                      <a:solidFill>
                        <a:srgbClr val="104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03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04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03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400" dirty="0" err="1" smtClean="0"/>
                        <a:t>IoT</a:t>
                      </a:r>
                      <a:r>
                        <a:rPr lang="en-IN" sz="1400" dirty="0" smtClean="0"/>
                        <a:t> Systems Engineer</a:t>
                      </a:r>
                      <a:endParaRPr lang="en-IN" sz="1300" dirty="0">
                        <a:effectLst/>
                      </a:endParaRPr>
                    </a:p>
                  </a:txBody>
                  <a:tcPr marL="44156" marR="44156" marT="33117" marB="33117" anchor="ctr">
                    <a:lnL w="7620" cap="flat" cmpd="sng" algn="ctr">
                      <a:solidFill>
                        <a:srgbClr val="503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03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03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03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 smtClean="0"/>
                        <a:t>Integrates sensors (ESP32), manages MQTT communication, and real-time data flow.</a:t>
                      </a:r>
                      <a:endParaRPr lang="en-US" sz="1300" dirty="0">
                        <a:effectLst/>
                      </a:endParaRPr>
                    </a:p>
                  </a:txBody>
                  <a:tcPr marL="44156" marR="44156" marT="33117" marB="33117" anchor="ctr">
                    <a:lnL w="7620" cap="flat" cmpd="sng" algn="ctr">
                      <a:solidFill>
                        <a:srgbClr val="103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03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03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04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047240901"/>
                  </a:ext>
                </a:extLst>
              </a:tr>
              <a:tr h="662478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 err="1" smtClean="0">
                          <a:effectLst/>
                        </a:rPr>
                        <a:t>Shanmugapriya</a:t>
                      </a:r>
                      <a:r>
                        <a:rPr lang="en-US" sz="1400" baseline="0" dirty="0" smtClean="0">
                          <a:effectLst/>
                        </a:rPr>
                        <a:t> V</a:t>
                      </a:r>
                      <a:endParaRPr lang="en-IN" sz="1400" dirty="0">
                        <a:effectLst/>
                      </a:endParaRPr>
                    </a:p>
                  </a:txBody>
                  <a:tcPr marL="44156" marR="44156" marT="33117" marB="33117" anchor="ctr">
                    <a:lnL w="7620" cap="flat" cmpd="sng" algn="ctr">
                      <a:solidFill>
                        <a:srgbClr val="103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03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03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03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400" dirty="0" smtClean="0"/>
                        <a:t>Frontend Developer &amp; UI/UX Designer</a:t>
                      </a:r>
                      <a:endParaRPr lang="en-IN" sz="1300" dirty="0">
                        <a:effectLst/>
                      </a:endParaRPr>
                    </a:p>
                  </a:txBody>
                  <a:tcPr marL="44156" marR="44156" marT="33117" marB="33117" anchor="ctr">
                    <a:lnL w="7620" cap="flat" cmpd="sng" algn="ctr">
                      <a:solidFill>
                        <a:srgbClr val="103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04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03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03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 smtClean="0"/>
                        <a:t>Designs responsive dashboards using React.js and Tailwind; focuses on user experience.</a:t>
                      </a:r>
                      <a:endParaRPr lang="en-US" sz="1300" dirty="0">
                        <a:effectLst/>
                      </a:endParaRPr>
                    </a:p>
                  </a:txBody>
                  <a:tcPr marL="44156" marR="44156" marT="33117" marB="33117" anchor="ctr">
                    <a:lnL w="7620" cap="flat" cmpd="sng" algn="ctr">
                      <a:solidFill>
                        <a:srgbClr val="104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04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04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04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6526193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Mentorship:</a:t>
            </a:r>
            <a:r>
              <a:rPr lang="en-US" sz="1800" dirty="0"/>
              <a:t> Guidance from experts in </a:t>
            </a:r>
            <a:r>
              <a:rPr lang="en-US" sz="1800" dirty="0" err="1"/>
              <a:t>IoT</a:t>
            </a:r>
            <a:r>
              <a:rPr lang="en-US" sz="1800" dirty="0"/>
              <a:t>, AI, and sustainability.</a:t>
            </a:r>
          </a:p>
          <a:p>
            <a:r>
              <a:rPr lang="en-US" sz="1800" b="1" dirty="0"/>
              <a:t>Feedback:</a:t>
            </a:r>
            <a:r>
              <a:rPr lang="en-US" sz="1800" dirty="0"/>
              <a:t> Insights on usability, scalability, and engagement features.</a:t>
            </a:r>
          </a:p>
          <a:p>
            <a:r>
              <a:rPr lang="en-US" sz="1800" b="1" dirty="0"/>
              <a:t>Partnerships:</a:t>
            </a:r>
            <a:r>
              <a:rPr lang="en-US" sz="1800" dirty="0"/>
              <a:t> Collaboration with universities or smart campus programs.</a:t>
            </a:r>
          </a:p>
          <a:p>
            <a:r>
              <a:rPr lang="en-US" sz="1800" b="1" dirty="0"/>
              <a:t>Funding / Support:</a:t>
            </a:r>
            <a:r>
              <a:rPr lang="en-US" sz="1800" dirty="0"/>
              <a:t> Help with </a:t>
            </a:r>
            <a:r>
              <a:rPr lang="en-US" sz="1800" dirty="0" err="1"/>
              <a:t>IoT</a:t>
            </a:r>
            <a:r>
              <a:rPr lang="en-US" sz="1800" dirty="0"/>
              <a:t> hardware and pilot deployment.</a:t>
            </a:r>
          </a:p>
          <a:p>
            <a:r>
              <a:rPr lang="en-US" sz="1800" b="1" dirty="0"/>
              <a:t>Goal:</a:t>
            </a:r>
            <a:r>
              <a:rPr lang="en-US" sz="1800" dirty="0"/>
              <a:t> Turn </a:t>
            </a:r>
            <a:r>
              <a:rPr lang="en-US" sz="1800" dirty="0" err="1"/>
              <a:t>EcoPulse</a:t>
            </a:r>
            <a:r>
              <a:rPr lang="en-US" sz="1800" dirty="0"/>
              <a:t> into a scalable, real-world smart campus sustainability model.</a:t>
            </a:r>
          </a:p>
          <a:p>
            <a:pPr marL="0" indent="0"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1800" b="1" dirty="0"/>
              <a:t>Team LinkedIn Profiles</a:t>
            </a:r>
            <a:r>
              <a:rPr lang="en-IN" sz="1800" b="1" dirty="0" smtClean="0"/>
              <a:t>:</a:t>
            </a:r>
            <a:endParaRPr lang="en-IN" sz="1800" dirty="0"/>
          </a:p>
          <a:p>
            <a:r>
              <a:rPr lang="en-IN" sz="1800" dirty="0" err="1"/>
              <a:t>Abinaya</a:t>
            </a:r>
            <a:r>
              <a:rPr lang="en-IN" sz="1800" dirty="0"/>
              <a:t> R: </a:t>
            </a:r>
            <a:r>
              <a:rPr lang="en-IN" sz="1800" dirty="0">
                <a:hlinkClick r:id="rId2"/>
              </a:rPr>
              <a:t>https://www.linkedin.com/in/abinaya-r-083a1230b</a:t>
            </a:r>
            <a:r>
              <a:rPr lang="en-IN" sz="1800" dirty="0" smtClean="0">
                <a:hlinkClick r:id="rId2"/>
              </a:rPr>
              <a:t>/</a:t>
            </a:r>
            <a:endParaRPr lang="en-IN" sz="1800" dirty="0" smtClean="0"/>
          </a:p>
          <a:p>
            <a:r>
              <a:rPr lang="en-US" sz="1800" dirty="0" err="1" smtClean="0"/>
              <a:t>Gayathri</a:t>
            </a:r>
            <a:r>
              <a:rPr lang="en-US" sz="1800" dirty="0" smtClean="0"/>
              <a:t> T: </a:t>
            </a:r>
            <a:r>
              <a:rPr lang="en-IN" sz="1800" dirty="0"/>
              <a:t> </a:t>
            </a:r>
            <a:r>
              <a:rPr lang="en-IN" sz="1800" dirty="0" smtClean="0">
                <a:hlinkClick r:id="rId3"/>
              </a:rPr>
              <a:t>linkedin.com/in/gayathri-t-0743982a4</a:t>
            </a:r>
            <a:endParaRPr lang="en-IN" sz="1800" dirty="0" smtClean="0"/>
          </a:p>
          <a:p>
            <a:r>
              <a:rPr lang="en-IN" sz="1800" dirty="0" err="1"/>
              <a:t>Parkavi</a:t>
            </a:r>
            <a:r>
              <a:rPr lang="en-IN" sz="1800" dirty="0"/>
              <a:t> B: </a:t>
            </a:r>
            <a:r>
              <a:rPr lang="en-IN" sz="1800" dirty="0">
                <a:hlinkClick r:id="rId4"/>
              </a:rPr>
              <a:t>https://www.linkedin.com/in/parkavi-balachander-a6a1b42a4</a:t>
            </a:r>
            <a:r>
              <a:rPr lang="en-IN" sz="1800" dirty="0" smtClean="0">
                <a:hlinkClick r:id="rId4"/>
              </a:rPr>
              <a:t>/</a:t>
            </a:r>
            <a:endParaRPr lang="en-IN" sz="1800" dirty="0" smtClean="0"/>
          </a:p>
          <a:p>
            <a:r>
              <a:rPr lang="en-IN" sz="1800" dirty="0" err="1"/>
              <a:t>Shanmugapriya</a:t>
            </a:r>
            <a:r>
              <a:rPr lang="en-IN" sz="1800" dirty="0"/>
              <a:t> V: </a:t>
            </a:r>
            <a:r>
              <a:rPr lang="en-IN" sz="1800" dirty="0">
                <a:hlinkClick r:id="rId5"/>
              </a:rPr>
              <a:t>https://www.linkedin.com/in/shanmugapriya-v-31a778299/</a:t>
            </a:r>
            <a:endParaRPr lang="en-IN" sz="1800" dirty="0"/>
          </a:p>
          <a:p>
            <a:endParaRPr lang="en-IN" sz="1800" dirty="0"/>
          </a:p>
          <a:p>
            <a:r>
              <a:rPr lang="en-IN" sz="1800" b="1" dirty="0" err="1"/>
              <a:t>GitHub</a:t>
            </a:r>
            <a:r>
              <a:rPr lang="en-IN" sz="1800" b="1" dirty="0"/>
              <a:t> Profiles:</a:t>
            </a:r>
          </a:p>
          <a:p>
            <a:r>
              <a:rPr lang="en-IN" sz="1800" dirty="0" err="1" smtClean="0"/>
              <a:t>Abinaya</a:t>
            </a:r>
            <a:r>
              <a:rPr lang="en-IN" sz="1800" dirty="0" smtClean="0"/>
              <a:t> </a:t>
            </a:r>
            <a:r>
              <a:rPr lang="en-IN" sz="1800" dirty="0"/>
              <a:t>R: </a:t>
            </a:r>
            <a:r>
              <a:rPr lang="en-IN" sz="1800" dirty="0">
                <a:hlinkClick r:id="rId6"/>
              </a:rPr>
              <a:t>https://</a:t>
            </a:r>
            <a:r>
              <a:rPr lang="en-IN" sz="1800" dirty="0" smtClean="0">
                <a:hlinkClick r:id="rId6"/>
              </a:rPr>
              <a:t>github.com/abinaya2209</a:t>
            </a:r>
            <a:endParaRPr lang="en-IN" sz="1800" dirty="0" smtClean="0"/>
          </a:p>
          <a:p>
            <a:r>
              <a:rPr lang="en-US" sz="1800" dirty="0" err="1" smtClean="0"/>
              <a:t>Gayathri</a:t>
            </a:r>
            <a:r>
              <a:rPr lang="en-US" sz="1800" dirty="0" smtClean="0"/>
              <a:t> T: </a:t>
            </a:r>
            <a:r>
              <a:rPr lang="en-IN" sz="1800" dirty="0" smtClean="0">
                <a:hlinkClick r:id="rId7"/>
              </a:rPr>
              <a:t>github.com/Gayathri20-23</a:t>
            </a:r>
            <a:endParaRPr lang="en-IN" sz="1800" dirty="0" smtClean="0"/>
          </a:p>
          <a:p>
            <a:r>
              <a:rPr lang="en-IN" sz="1800" dirty="0" err="1"/>
              <a:t>Parkavi</a:t>
            </a:r>
            <a:r>
              <a:rPr lang="en-IN" sz="1800" dirty="0"/>
              <a:t> B: </a:t>
            </a:r>
            <a:r>
              <a:rPr lang="en-IN" sz="1800" dirty="0">
                <a:hlinkClick r:id="rId8"/>
              </a:rPr>
              <a:t>https://</a:t>
            </a:r>
            <a:r>
              <a:rPr lang="en-IN" sz="1800" dirty="0" smtClean="0">
                <a:hlinkClick r:id="rId8"/>
              </a:rPr>
              <a:t>github.com/parkavi1512</a:t>
            </a:r>
            <a:endParaRPr lang="en-IN" sz="1800" dirty="0" smtClean="0"/>
          </a:p>
          <a:p>
            <a:r>
              <a:rPr lang="en-IN" sz="1800" dirty="0" err="1"/>
              <a:t>Shanmugapriya</a:t>
            </a:r>
            <a:r>
              <a:rPr lang="en-IN" sz="1800" dirty="0"/>
              <a:t> V: </a:t>
            </a:r>
            <a:r>
              <a:rPr lang="en-IN" sz="1800" dirty="0">
                <a:hlinkClick r:id="rId9"/>
              </a:rPr>
              <a:t>https://github.com/shanmugapriya-207</a:t>
            </a:r>
            <a:endParaRPr lang="en-IN" sz="1800" dirty="0"/>
          </a:p>
          <a:p>
            <a:pPr marL="0" indent="0">
              <a:buNone/>
            </a:pPr>
            <a:endParaRPr lang="en-IN" sz="1800" dirty="0"/>
          </a:p>
          <a:p>
            <a:r>
              <a:rPr lang="en-IN" sz="1800" b="1" dirty="0"/>
              <a:t>Emails:</a:t>
            </a:r>
          </a:p>
          <a:p>
            <a:r>
              <a:rPr lang="en-IN" sz="1800" dirty="0" err="1" smtClean="0"/>
              <a:t>Abinaya</a:t>
            </a:r>
            <a:r>
              <a:rPr lang="en-IN" sz="1800" dirty="0" smtClean="0"/>
              <a:t> R:</a:t>
            </a:r>
            <a:r>
              <a:rPr lang="en-IN" sz="1800" dirty="0"/>
              <a:t> </a:t>
            </a:r>
            <a:r>
              <a:rPr lang="en-IN" sz="1800" dirty="0">
                <a:hlinkClick r:id="rId10"/>
              </a:rPr>
              <a:t>abeenaya2205@gmail.com</a:t>
            </a:r>
            <a:endParaRPr lang="en-IN" sz="1800" dirty="0"/>
          </a:p>
          <a:p>
            <a:r>
              <a:rPr lang="en-IN" sz="1800" dirty="0" err="1" smtClean="0"/>
              <a:t>Gayathri</a:t>
            </a:r>
            <a:r>
              <a:rPr lang="en-IN" sz="1800" dirty="0" smtClean="0"/>
              <a:t> T:</a:t>
            </a:r>
            <a:r>
              <a:rPr lang="en-IN" sz="1800" dirty="0"/>
              <a:t> </a:t>
            </a:r>
            <a:r>
              <a:rPr lang="en-IN" sz="1800" dirty="0">
                <a:hlinkClick r:id="rId11"/>
              </a:rPr>
              <a:t>gayathrithirumurugan2006@gmail.com</a:t>
            </a:r>
            <a:endParaRPr lang="en-IN" sz="1800" dirty="0"/>
          </a:p>
          <a:p>
            <a:r>
              <a:rPr lang="en-IN" sz="1800" dirty="0" err="1" smtClean="0"/>
              <a:t>Parkavi</a:t>
            </a:r>
            <a:r>
              <a:rPr lang="en-IN" sz="1800" dirty="0" smtClean="0"/>
              <a:t> B:</a:t>
            </a:r>
            <a:r>
              <a:rPr lang="en-IN" sz="1800" dirty="0"/>
              <a:t> </a:t>
            </a:r>
            <a:r>
              <a:rPr lang="en-IN" sz="1800" dirty="0">
                <a:hlinkClick r:id="rId12"/>
              </a:rPr>
              <a:t>parkaviparku12@gmail.com</a:t>
            </a:r>
            <a:endParaRPr lang="en-IN" sz="1800" dirty="0"/>
          </a:p>
          <a:p>
            <a:r>
              <a:rPr lang="en-IN" sz="1800" dirty="0" err="1" smtClean="0"/>
              <a:t>Shanmugapriya</a:t>
            </a:r>
            <a:r>
              <a:rPr lang="en-IN" sz="1800" dirty="0" smtClean="0"/>
              <a:t> V:</a:t>
            </a:r>
            <a:r>
              <a:rPr lang="en-IN" sz="1800" dirty="0"/>
              <a:t> </a:t>
            </a:r>
            <a:r>
              <a:rPr lang="en-IN" sz="1800" dirty="0">
                <a:hlinkClick r:id="rId13"/>
              </a:rPr>
              <a:t>shanmugapriyavenkatesh2006@gmail.com</a:t>
            </a:r>
            <a:endParaRPr lang="en-IN" sz="1800" dirty="0"/>
          </a:p>
          <a:p>
            <a:pPr marL="0" indent="0">
              <a:buNone/>
            </a:pPr>
            <a:endParaRPr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589</Words>
  <Application>Microsoft Office PowerPoint</Application>
  <PresentationFormat>On-screen Show (4:3)</PresentationFormat>
  <Paragraphs>113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Project Title: [ECHO PULSE - SMART CAMPUS INNOVATION]</vt:lpstr>
      <vt:lpstr>Problem Statement</vt:lpstr>
      <vt:lpstr>Solution Overview</vt:lpstr>
      <vt:lpstr>Desirability (User Need)</vt:lpstr>
      <vt:lpstr>Feasibility (Can You Build It?)</vt:lpstr>
      <vt:lpstr>Viability (Is It Sustainable?)</vt:lpstr>
      <vt:lpstr>Prototype / Demo</vt:lpstr>
      <vt:lpstr>Roadmap</vt:lpstr>
      <vt:lpstr>Team &amp; Roles</vt:lpstr>
      <vt:lpstr>Ask</vt:lpstr>
      <vt:lpstr>Thank You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Title: [ECHO PLUS - SMART CAMPUS INNOVATION]</dc:title>
  <dc:creator>Student</dc:creator>
  <dc:description>generated using python-pptx</dc:description>
  <cp:lastModifiedBy>Student</cp:lastModifiedBy>
  <cp:revision>15</cp:revision>
  <dcterms:created xsi:type="dcterms:W3CDTF">2013-01-27T09:14:16Z</dcterms:created>
  <dcterms:modified xsi:type="dcterms:W3CDTF">2025-10-28T09:03:25Z</dcterms:modified>
</cp:coreProperties>
</file>